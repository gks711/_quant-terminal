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1143000"/>
            <a:ext cx="146304" cy="146304"/>
          </a:xfrm>
          <a:prstGeom prst="ellipse">
            <a:avLst/>
          </a:prstGeom>
          <a:solidFill>
            <a:srgbClr val="4EAA85"/>
          </a:solidFill>
          <a:ln w="12700">
            <a:solidFill>
              <a:srgbClr val="4EAA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-30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股票顧問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F8E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全球多市場量化分析儀表板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🇹🇼     🇺🇸     🇭🇰     🇨🇳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by GKS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ankaisheng/VScode/claude實作2/AI 股票顧問/docs/pptx-assets/slide2-problem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1828800" y="914400"/>
            <a:ext cx="548640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0" y="1188720"/>
            <a:ext cx="914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280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小時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手動讀完一份多市場分析報告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266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個市場  ·  11 種策略  ·  234 篇新聞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8h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manual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AA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0" y="86868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F6F6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30s</a:t>
            </a:r>
            <a:endParaRPr lang="en-US" sz="280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A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real-time AI multi-market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stocks · 4 markets · Gemma 4 31B 即時推論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ankaisheng/VScode/claude實作2/AI 股票顧問/docs/screenshots/01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0A0A0A">
              <a:alpha val="70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C29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檔 · 4 市場 · Gemma 4 31B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ADVISOR · LIVE STREAMING</a:t>
            </a:r>
            <a:endParaRPr lang="en-US" sz="1100" dirty="0"/>
          </a:p>
        </p:txBody>
      </p:sp>
      <p:pic>
        <p:nvPicPr>
          <p:cNvPr id="3" name="Image 0" descr="/Users/gankaisheng/VScode/claude實作2/AI 股票顧問/docs/screenshots/08b-ai-demo-stream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3840480" cy="3703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 4 31B · 真打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0" y="1417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「2330 收 NT$2,295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天累漲 23.06%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共識 hold 25/100」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0" y="3108960"/>
            <a:ext cx="1371600" cy="0"/>
          </a:xfrm>
          <a:prstGeom prst="line">
            <a:avLst/>
          </a:prstGeom>
          <a:noFill/>
          <a:ln w="19050">
            <a:solidFill>
              <a:srgbClr val="4EAA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3291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引用真實 Yahoo 報價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3611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引用真實 30 天 OHLC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3931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引用真實 11 策略訊號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4251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token-by-token 串流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STRATEGY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4EAA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3931920" y="1280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均線多頭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18389" y="1471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RSI 動能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28162" y="198575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MACD 黃金交叉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04143" y="265894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艾略特波浪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90458" y="327759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籌碼分布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50199" y="36452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布林通道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13641" y="36452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VWAP 回歸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73382" y="327759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新聞情緒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59697" y="265894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類股輪動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5678" y="198575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風險疊加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5451" y="1471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多策略共識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strategies, all from real OHLC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66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純函式 · 132 cells · 真實計算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PER-STOCK 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/us/nvda · 完整決策旅程</a:t>
            </a:r>
            <a:endParaRPr lang="en-US" sz="3000" dirty="0"/>
          </a:p>
        </p:txBody>
      </p:sp>
      <p:pic>
        <p:nvPicPr>
          <p:cNvPr id="4" name="Image 0" descr="/Users/gankaisheng/VScode/claude實作2/AI 股票顧問/docs/screenshots/10b-nvda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82296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EAA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pPr algn="ct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SEO 入口   → 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4EAA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pPr algn="ct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K 線視覺   → 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4EAA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pPr algn="ct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11 策略   → 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4EAA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AI 行動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ENGINEERING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-5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個關鍵工程取捨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Yahoo v8 chart via curl shell-out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Node fetch 被 ban → child_process curl 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snapshot.json daily refresh + commit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WebSocket 太重，build-time 抓 + ISR 已足夠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strategies as pure functions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035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可單元測試 / 無 DB 依賴 / 可遷移到 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 4 + zod + brace-counter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630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三層保護救 LLM 偶發 trailing prose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SSG per-stock routes + per-page OG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245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SEO 友善 / 加載秒開 / 每頁可分享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-5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 vs Demo · 誠實標記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Yahoo v8 chart  ·  12 stocks × 4 markets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30 天 OHLC sparkline  ·  真實日線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 策略 132 cells  ·  純函式計算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 4 31B rationale / risks / chat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0" cy="27432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個月回測  ·  mock 走勢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Sample 每日報告  ·  示範 markdown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新聞情緒打分  ·  簡單詞袋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266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頁面有黃色 chip 標示 · backend 有真實版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C29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github.com/GKS711/daily_stock_analysis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26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股票顧問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1280160"/>
            <a:ext cx="146304" cy="146304"/>
          </a:xfrm>
          <a:prstGeom prst="ellipse">
            <a:avLst/>
          </a:prstGeom>
          <a:solidFill>
            <a:srgbClr val="4EAA85"/>
          </a:solidFill>
          <a:ln w="12700">
            <a:solidFill>
              <a:srgbClr val="4EAA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50" kern="0" dirty="0">
                <a:solidFill>
                  <a:srgbClr val="F6F6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100% 自架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8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design · engineering · AI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29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github.com/GKS711/daily_stock_analysis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4114800"/>
            <a:ext cx="6400800" cy="0"/>
          </a:xfrm>
          <a:prstGeom prst="line">
            <a:avLst/>
          </a:prstGeom>
          <a:noFill/>
          <a:ln w="19050">
            <a:solidFill>
              <a:srgbClr val="4EAA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266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Built by GKS · 2026 · MIT License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股票顧問</dc:title>
  <dc:subject>PptxGenJS Presentation</dc:subject>
  <dc:creator>GKS</dc:creator>
  <cp:lastModifiedBy>GKS</cp:lastModifiedBy>
  <cp:revision>1</cp:revision>
  <dcterms:created xsi:type="dcterms:W3CDTF">2026-04-27T20:08:40Z</dcterms:created>
  <dcterms:modified xsi:type="dcterms:W3CDTF">2026-04-27T20:08:40Z</dcterms:modified>
</cp:coreProperties>
</file>